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bdda587c2f4a62" /><Relationship Type="http://schemas.openxmlformats.org/officeDocument/2006/relationships/extended-properties" Target="/docProps/app.xml" Id="R7e45584e2bd540d5" /><Relationship Type="http://schemas.openxmlformats.org/officeDocument/2006/relationships/officeDocument" Target="/ppt/presentation.xml" Id="R81b4812c872c41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114d7aa10448cb"/>
  </p:sldMasterIdLst>
  <p:notesMasterIdLst>
    <p:notesMasterId xmlns:r="http://schemas.openxmlformats.org/officeDocument/2006/relationships" r:id="Rfaac7d308a9e4dd0"/>
  </p:notesMasterIdLst>
  <p:sldIdLst>
    <p:sldId xmlns:r="http://schemas.openxmlformats.org/officeDocument/2006/relationships" id="256" r:id="R5122b16f57104612"/>
    <p:sldId xmlns:r="http://schemas.openxmlformats.org/officeDocument/2006/relationships" id="257" r:id="Raa0163b4e116432c"/>
    <p:sldId xmlns:r="http://schemas.openxmlformats.org/officeDocument/2006/relationships" id="258" r:id="R35d66378aca54f9e"/>
    <p:sldId xmlns:r="http://schemas.openxmlformats.org/officeDocument/2006/relationships" id="259" r:id="Ra3a22eb4a9634f8d"/>
    <p:sldId xmlns:r="http://schemas.openxmlformats.org/officeDocument/2006/relationships" id="260" r:id="R035276952f6945d6"/>
    <p:sldId xmlns:r="http://schemas.openxmlformats.org/officeDocument/2006/relationships" id="261" r:id="R2cd8571a998c436e"/>
    <p:sldId xmlns:r="http://schemas.openxmlformats.org/officeDocument/2006/relationships" id="262" r:id="R7a78f688b1434569"/>
    <p:sldId xmlns:r="http://schemas.openxmlformats.org/officeDocument/2006/relationships" id="263" r:id="R09ee33c9fafb4128"/>
    <p:sldId xmlns:r="http://schemas.openxmlformats.org/officeDocument/2006/relationships" id="264" r:id="R03941427b7d84fba"/>
    <p:sldId xmlns:r="http://schemas.openxmlformats.org/officeDocument/2006/relationships" id="265" r:id="R5c03f9a2d17f401d"/>
    <p:sldId xmlns:r="http://schemas.openxmlformats.org/officeDocument/2006/relationships" id="266" r:id="R5b8ec55b195144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14d7aa10448cb" /><Relationship Type="http://schemas.openxmlformats.org/officeDocument/2006/relationships/theme" Target="/ppt/theme/theme1.xml" Id="R9301e20ac7ec4f96" /><Relationship Type="http://schemas.openxmlformats.org/officeDocument/2006/relationships/notesMaster" Target="/ppt/notesMasters/notesMaster1.xml" Id="Rfaac7d308a9e4dd0" /><Relationship Type="http://schemas.openxmlformats.org/officeDocument/2006/relationships/presProps" Target="/ppt/presProps.xml" Id="Rb3eebc67c7044169" /><Relationship Type="http://schemas.openxmlformats.org/officeDocument/2006/relationships/viewProps" Target="/ppt/viewProps.xml" Id="R5c8ab1fcf5574736" /><Relationship Type="http://schemas.openxmlformats.org/officeDocument/2006/relationships/tableStyles" Target="/ppt/tableStyles.xml" Id="Rf3d50d72a7084227" /><Relationship Type="http://schemas.openxmlformats.org/officeDocument/2006/relationships/slide" Target="/ppt/slides/slide1.xml" Id="R5122b16f57104612" /><Relationship Type="http://schemas.openxmlformats.org/officeDocument/2006/relationships/slide" Target="/ppt/slides/slide2.xml" Id="Raa0163b4e116432c" /><Relationship Type="http://schemas.openxmlformats.org/officeDocument/2006/relationships/slide" Target="/ppt/slides/slide3.xml" Id="R35d66378aca54f9e" /><Relationship Type="http://schemas.openxmlformats.org/officeDocument/2006/relationships/slide" Target="/ppt/slides/slide4.xml" Id="Ra3a22eb4a9634f8d" /><Relationship Type="http://schemas.openxmlformats.org/officeDocument/2006/relationships/slide" Target="/ppt/slides/slide5.xml" Id="R035276952f6945d6" /><Relationship Type="http://schemas.openxmlformats.org/officeDocument/2006/relationships/slide" Target="/ppt/slides/slide6.xml" Id="R2cd8571a998c436e" /><Relationship Type="http://schemas.openxmlformats.org/officeDocument/2006/relationships/slide" Target="/ppt/slides/slide7.xml" Id="R7a78f688b1434569" /><Relationship Type="http://schemas.openxmlformats.org/officeDocument/2006/relationships/slide" Target="/ppt/slides/slide8.xml" Id="R09ee33c9fafb4128" /><Relationship Type="http://schemas.openxmlformats.org/officeDocument/2006/relationships/slide" Target="/ppt/slides/slide9.xml" Id="R03941427b7d84fba" /><Relationship Type="http://schemas.openxmlformats.org/officeDocument/2006/relationships/slide" Target="/ppt/slides/slide10.xml" Id="R5c03f9a2d17f401d" /><Relationship Type="http://schemas.openxmlformats.org/officeDocument/2006/relationships/slide" Target="/ppt/slides/slide11.xml" Id="R5b8ec55b195144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8b15fafef0c4a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5ab6e9ab5a493b" /><Relationship Type="http://schemas.openxmlformats.org/officeDocument/2006/relationships/notesMaster" Target="/ppt/notesMasters/notesMaster1.xml" Id="R6670f865b5ea4f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701bd0762e4291" /><Relationship Type="http://schemas.openxmlformats.org/officeDocument/2006/relationships/notesMaster" Target="/ppt/notesMasters/notesMaster1.xml" Id="Re61daf0305e341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7aaaed42224ede" /><Relationship Type="http://schemas.openxmlformats.org/officeDocument/2006/relationships/notesMaster" Target="/ppt/notesMasters/notesMaster1.xml" Id="R1bac8a0384c540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89467f4ced4a66" /><Relationship Type="http://schemas.openxmlformats.org/officeDocument/2006/relationships/notesMaster" Target="/ppt/notesMasters/notesMaster1.xml" Id="R3058d640b4fc49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eb5674c0b5417b" /><Relationship Type="http://schemas.openxmlformats.org/officeDocument/2006/relationships/notesMaster" Target="/ppt/notesMasters/notesMaster1.xml" Id="Raa622a1f607d42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57fa67223f4023" /><Relationship Type="http://schemas.openxmlformats.org/officeDocument/2006/relationships/notesMaster" Target="/ppt/notesMasters/notesMaster1.xml" Id="R2c8e4e0ef48e4d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6f31cb66be48ab" /><Relationship Type="http://schemas.openxmlformats.org/officeDocument/2006/relationships/notesMaster" Target="/ppt/notesMasters/notesMaster1.xml" Id="R701f27c4e4a547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6fbc8cd7cf4291" /><Relationship Type="http://schemas.openxmlformats.org/officeDocument/2006/relationships/notesMaster" Target="/ppt/notesMasters/notesMaster1.xml" Id="R2382b97653ca45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a1b24206e045c2" /><Relationship Type="http://schemas.openxmlformats.org/officeDocument/2006/relationships/notesMaster" Target="/ppt/notesMasters/notesMaster1.xml" Id="Rb776036253f241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9c8a057a7e4f87" /><Relationship Type="http://schemas.openxmlformats.org/officeDocument/2006/relationships/notesMaster" Target="/ppt/notesMasters/notesMaster1.xml" Id="Rb5a98287d57c4c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72c4192192473b" /><Relationship Type="http://schemas.openxmlformats.org/officeDocument/2006/relationships/notesMaster" Target="/ppt/notesMasters/notesMaster1.xml" Id="R6787e877c5b94c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53ff0ab77480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5e7471e0fb54588" /><Relationship Type="http://schemas.openxmlformats.org/officeDocument/2006/relationships/slideLayout" Target="/ppt/slideLayouts/slideLayout2.xml" Id="Refd7482eff5345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7482eff5345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3545e8ead64a48" /><Relationship Type="http://schemas.openxmlformats.org/officeDocument/2006/relationships/image" Target="/ppt/media/image.png" Id="R3e835fde350a4ee7" /><Relationship Type="http://schemas.openxmlformats.org/officeDocument/2006/relationships/notesSlide" Target="/ppt/notesSlides/notesSlide1.xml" Id="R7c8d26128cd448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bb1bacfb3f420a" /><Relationship Type="http://schemas.openxmlformats.org/officeDocument/2006/relationships/image" Target="/ppt/media/image2.png" Id="Rc899b5f7798a479b" /><Relationship Type="http://schemas.openxmlformats.org/officeDocument/2006/relationships/notesSlide" Target="/ppt/notesSlides/notesSlide2.xml" Id="R38a727c495914d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31fdaa53ba4a22" /><Relationship Type="http://schemas.openxmlformats.org/officeDocument/2006/relationships/image" Target="/ppt/media/image3.png" Id="Rf6c5019ba58f40ef" /><Relationship Type="http://schemas.openxmlformats.org/officeDocument/2006/relationships/notesSlide" Target="/ppt/notesSlides/notesSlide3.xml" Id="Rf64613d55af647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3ccb0c5e524b8b" /><Relationship Type="http://schemas.openxmlformats.org/officeDocument/2006/relationships/image" Target="/ppt/media/image4.png" Id="R91f4123f6def42e9" /><Relationship Type="http://schemas.openxmlformats.org/officeDocument/2006/relationships/notesSlide" Target="/ppt/notesSlides/notesSlide4.xml" Id="R9a9820b0be9746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8e2bb2e9de4c1b" /><Relationship Type="http://schemas.openxmlformats.org/officeDocument/2006/relationships/notesSlide" Target="/ppt/notesSlides/notesSlide5.xml" Id="R4ace6788b92548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6e2b55ab824b74" /><Relationship Type="http://schemas.openxmlformats.org/officeDocument/2006/relationships/notesSlide" Target="/ppt/notesSlides/notesSlide6.xml" Id="R8c15a962043b4a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2f958e695e4d8f" /><Relationship Type="http://schemas.openxmlformats.org/officeDocument/2006/relationships/image" Target="/ppt/media/image5.png" Id="R7a9adfc08a914fd5" /><Relationship Type="http://schemas.openxmlformats.org/officeDocument/2006/relationships/notesSlide" Target="/ppt/notesSlides/notesSlide7.xml" Id="R727561f6f35b47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c2dd61ad4948b0" /><Relationship Type="http://schemas.openxmlformats.org/officeDocument/2006/relationships/image" Target="/ppt/media/image6.png" Id="Rfb9cd5b0f3844a72" /><Relationship Type="http://schemas.openxmlformats.org/officeDocument/2006/relationships/notesSlide" Target="/ppt/notesSlides/notesSlide8.xml" Id="R8488158dc40649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7eb8cbc57f4c27" /><Relationship Type="http://schemas.openxmlformats.org/officeDocument/2006/relationships/image" Target="/ppt/media/image7.png" Id="R2681283601794234" /><Relationship Type="http://schemas.openxmlformats.org/officeDocument/2006/relationships/notesSlide" Target="/ppt/notesSlides/notesSlide9.xml" Id="R305d6ea454dd4a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4dcbac2dc34714" /><Relationship Type="http://schemas.openxmlformats.org/officeDocument/2006/relationships/image" Target="/ppt/media/image8.png" Id="Rf56ab4477fb84ea8" /><Relationship Type="http://schemas.openxmlformats.org/officeDocument/2006/relationships/notesSlide" Target="/ppt/notesSlides/notesSlide10.xml" Id="Rc8b87518a72242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56a15eca1d446c" /><Relationship Type="http://schemas.openxmlformats.org/officeDocument/2006/relationships/notesSlide" Target="/ppt/notesSlides/notesSlide11.xml" Id="Rd1c020d6e8eb4bc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7A39B-674F-41AE-9336-5901BD2D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C73E7-B438-48E7-A523-EC35791B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3ECCD-3687-4E65-9B8C-C033A661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C3891-A55C-4EE9-AD1C-CD56BD70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ON-CHAIN EVENT REVIEWS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7A116-265F-4400-9EB7-4A4CF21E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572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8700" b="1">
                <a:solidFill>
                  <a:srgbClr val="FCFCFC"/>
                </a:solidFill>
                <a:latin typeface="Inter"/>
                <a:ea typeface="Inter"/>
                <a:cs typeface="Inter"/>
              </a:rPr>
              <a:t>EZRATE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35fde350a4ee7"/>
          <a:stretch xmlns:a="http://schemas.openxmlformats.org/drawingml/2006/main"/>
        </p:blipFill>
        <p:spPr>
          <a:xfrm xmlns:a="http://schemas.openxmlformats.org/drawingml/2006/main">
            <a:off x="7858125" y="198120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BAF41-19F6-44EE-822A-A06A94E6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rPr>
              <a:t>Frontier Hackathon · private judge deck</a:t>
            </a:r>
          </a:p>
        </p:txBody>
      </p:sp>
    </p:spTree>
    <p:extLst>
      <p:ext uri="{BB962C8B-B14F-4D97-AF65-F5344CB8AC3E}">
        <p14:creationId xmlns:p14="http://schemas.microsoft.com/office/powerpoint/2010/main" val="18268722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7F26E6-14CF-4FBC-BE72-635BE2DE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48E9B-B4B4-4D70-A145-79D65410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8F736-F38B-47CD-BAD6-2BBFE884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8D830-36B3-4EAB-8457-54B7AFD4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3E676-17F8-4ED6-9DC9-8A4C1A4B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572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8100" b="1">
                <a:solidFill>
                  <a:srgbClr val="FCFCFC"/>
                </a:solidFill>
                <a:latin typeface="Inter"/>
                <a:ea typeface="Inter"/>
                <a:cs typeface="Inter"/>
              </a:rPr>
              <a:t>TRUST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B40C1-97D8-4026-B73C-43C0EC68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EA475-65EA-489D-80BD-31273FFC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Event feedback disappears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94422-ACEF-4AB5-8CCB-BD70D77D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FC0A8-8FCE-4DD6-A677-C01C2668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Fake reviews are cheap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598EF-A4DD-4604-BACC-7F9083C6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82C6E-BBE1-4B7E-A838-4A1B12FD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Organizers lack public proof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9b5f7798a479b"/>
          <a:stretch xmlns:a="http://schemas.openxmlformats.org/drawingml/2006/main"/>
        </p:blipFill>
        <p:spPr>
          <a:xfrm xmlns:a="http://schemas.openxmlformats.org/drawingml/2006/main">
            <a:off x="7810500" y="1809750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A9644-64B6-47D1-8F6E-0C48FD87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rPr>
              <a:t>EZRATE · Colosseum Frontier</a:t>
            </a:r>
          </a:p>
        </p:txBody>
      </p:sp>
    </p:spTree>
    <p:extLst>
      <p:ext uri="{BB962C8B-B14F-4D97-AF65-F5344CB8AC3E}">
        <p14:creationId xmlns:p14="http://schemas.microsoft.com/office/powerpoint/2010/main" val="18508987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34167A-96FA-40D3-B6D5-786393DB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D5B8E-14B1-488A-8CA0-71D65E55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E5513-185F-4E4C-8EE8-68F12296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4B416-9E6C-4A55-93A4-671BCEDE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THE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C932F-9377-450C-875F-8118420F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572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8400" b="1">
                <a:solidFill>
                  <a:srgbClr val="FCFCFC"/>
                </a:solidFill>
                <a:latin typeface="Inter"/>
                <a:ea typeface="Inter"/>
                <a:cs typeface="Inter"/>
              </a:rPr>
              <a:t>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D6FA5-AA6C-4753-9E9C-C0E199C0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D28F5-B683-46BD-BEF3-CA0FC32C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Email whitelist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6701B-3847-46E3-BC23-B9915EB0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39DCC-122D-4322-A6AF-B9858CF3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Passcode review 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E0F73-4709-4BFA-A1B5-301F3432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37134-959D-4C20-B12F-F42F1CFC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Solana review commitment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5019ba58f40ef"/>
          <a:stretch xmlns:a="http://schemas.openxmlformats.org/drawingml/2006/main"/>
        </p:blipFill>
        <p:spPr>
          <a:xfrm xmlns:a="http://schemas.openxmlformats.org/drawingml/2006/main">
            <a:off x="7762875" y="1790700"/>
            <a:ext cx="2762250" cy="2762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B9D81-71D3-4EB0-86B8-39C2F8E8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rPr>
              <a:t>EZRATE · Colosseum Frontier</a:t>
            </a:r>
          </a:p>
        </p:txBody>
      </p:sp>
    </p:spTree>
    <p:extLst>
      <p:ext uri="{BB962C8B-B14F-4D97-AF65-F5344CB8AC3E}">
        <p14:creationId xmlns:p14="http://schemas.microsoft.com/office/powerpoint/2010/main" val="3105006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5BF020-A3AE-4FE9-BABC-B63792A9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A235F-E001-431A-82AA-06B2ED86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27B27-CBA1-41B6-AC92-70EC810E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D2137-8CDF-4B0F-98C4-E89DF439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WHY USERS COMPLETE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31D57-47F6-4864-8C36-80ADDCAA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572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0" b="1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7350" b="1">
                <a:solidFill>
                  <a:srgbClr val="FCFCFC"/>
                </a:solidFill>
                <a:latin typeface="Inter"/>
                <a:ea typeface="Inter"/>
                <a:cs typeface="Inter"/>
              </a:rPr>
              <a:t>GASLESS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C7D31-1A44-4CE4-BB22-15E2ED13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2BEC3-D02F-415B-89F0-E5A642B5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Reviewer signs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2C078-4AB5-4A3B-B8BE-E7ADA089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3E0B7-0122-443E-96D5-A7DAF6EF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Relayer pays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54F4F-2BE7-4569-AB6B-B53A6B3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45316-6E4A-45D7-AFBA-3F567108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Organizer credits reimburse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4123f6def42e9"/>
          <a:stretch xmlns:a="http://schemas.openxmlformats.org/drawingml/2006/main"/>
        </p:blipFill>
        <p:spPr>
          <a:xfrm xmlns:a="http://schemas.openxmlformats.org/drawingml/2006/main">
            <a:off x="7667625" y="1752600"/>
            <a:ext cx="2905125" cy="29051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4E785-B7D4-4BA7-AAB4-05A4EE5D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rPr>
              <a:t>EZRATE · Colosseum Frontier</a:t>
            </a:r>
          </a:p>
        </p:txBody>
      </p:sp>
    </p:spTree>
    <p:extLst>
      <p:ext uri="{BB962C8B-B14F-4D97-AF65-F5344CB8AC3E}">
        <p14:creationId xmlns:p14="http://schemas.microsoft.com/office/powerpoint/2010/main" val="18775455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B4DC82-D2B7-4FC9-A195-5C045740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86ABC-C959-4953-9A56-3BFC5B67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30106-5097-42F8-B588-29B074CA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B3064-781E-4E6C-A203-F5D5E5E9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THE BUSINESS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63C7E-5489-4B9B-AD74-EE0A4F99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572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7200" b="1">
                <a:solidFill>
                  <a:srgbClr val="FCFCFC"/>
                </a:solidFill>
                <a:latin typeface="Inter"/>
                <a:ea typeface="Inter"/>
                <a:cs typeface="Inter"/>
              </a:rPr>
              <a:t>CREDITS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412A0-BA60-4E2D-9DEB-ABFF1909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240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C">
              <a:alpha val="11000"/>
            </a:srgbClr>
          </a:solidFill>
          <a:ln xmlns:a="http://schemas.openxmlformats.org/drawingml/2006/main" w="9525">
            <a:solidFill>
              <a:srgbClr val="FCFCFC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EC38C-6948-474E-A191-0A1AFAD7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2405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840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8EFFF-3EFA-4433-AFF3-14A00328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CFCFC"/>
                </a:solidFill>
                <a:latin typeface="Inter"/>
                <a:ea typeface="Inter"/>
                <a:cs typeface="Inter"/>
              </a:rPr>
              <a:t>credit = 1 rating 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0BBFE-12C5-4FDE-A337-804349AE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81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Event organizers pay. Reviewers never 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440A7-3501-4CF9-9155-C9086A32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rPr>
              <a:t>EZRATE · Colosseum Frontier</a:t>
            </a:r>
          </a:p>
        </p:txBody>
      </p:sp>
    </p:spTree>
    <p:extLst>
      <p:ext uri="{BB962C8B-B14F-4D97-AF65-F5344CB8AC3E}">
        <p14:creationId xmlns:p14="http://schemas.microsoft.com/office/powerpoint/2010/main" val="13990500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669ABB-D9A4-4489-A6AB-20339DB1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A2C51-723B-491E-A46D-02E0F944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FEC7D-6EC8-49CE-831A-472E8A69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35930-1B2F-418A-A38B-FF9EA4C3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THE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31802-1891-46E0-B989-24C2C443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572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8400" b="1">
                <a:solidFill>
                  <a:srgbClr val="FCFCFC"/>
                </a:solidFill>
                <a:latin typeface="Inter"/>
                <a:ea typeface="Inter"/>
                <a:cs typeface="Inter"/>
              </a:rPr>
              <a:t>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EA86E-C8A7-4A7B-99D2-373F6966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714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C">
              <a:alpha val="10000"/>
            </a:srgbClr>
          </a:solidFill>
          <a:ln xmlns:a="http://schemas.openxmlformats.org/drawingml/2006/main" w="9525">
            <a:solidFill>
              <a:srgbClr val="FCFCFC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F4CF2-B2AF-4497-B0F4-2C2D27F5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83A29-AD5E-46B3-9904-EB54C7A3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creates + funds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75A98-D5C4-4967-AB62-3EE9269A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05250"/>
            <a:ext cx="2714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C">
              <a:alpha val="10000"/>
            </a:srgbClr>
          </a:solidFill>
          <a:ln xmlns:a="http://schemas.openxmlformats.org/drawingml/2006/main" w="9525">
            <a:solidFill>
              <a:srgbClr val="FCFCFC">
                <a:alpha val="2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BCF7-696E-4548-9E6D-29F47B65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14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EF5DF-89F9-42B6-BF39-39FEA4F3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148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reviews free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B182D-4525-4B73-B9FD-25F13378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2714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C">
              <a:alpha val="10000"/>
            </a:srgbClr>
          </a:solidFill>
          <a:ln xmlns:a="http://schemas.openxmlformats.org/drawingml/2006/main" w="9525">
            <a:solidFill>
              <a:srgbClr val="FCFCFC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4D5DA-C668-4B60-9169-C000D859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SOLANA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E9CC0-4A25-4CCF-A4AA-886844F0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stores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4E197-C624-43F0-AFD4-BD994921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rPr>
              <a:t>EZRATE · Colosseum Frontier</a:t>
            </a:r>
          </a:p>
        </p:txBody>
      </p:sp>
    </p:spTree>
    <p:extLst>
      <p:ext uri="{BB962C8B-B14F-4D97-AF65-F5344CB8AC3E}">
        <p14:creationId xmlns:p14="http://schemas.microsoft.com/office/powerpoint/2010/main" val="11324311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BC7D32-0B8F-4750-B193-ED300FD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F3362-39F6-4D87-9C72-157FB5D9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38C5C-7052-4CB0-AFFF-B83DC543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12811-54DC-4DB1-B6E5-0E85C3AF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WHAT IS LIVE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3B2B0-2723-43DD-B889-5A0730DE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572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8400" b="1">
                <a:solidFill>
                  <a:srgbClr val="FCFCFC"/>
                </a:solidFill>
                <a:latin typeface="Inter"/>
                <a:ea typeface="Inter"/>
                <a:cs typeface="Inter"/>
              </a:rPr>
              <a:t>THREE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AB378-F216-4C4D-994A-85F61C7A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E191B-4247-4B3F-8DD8-9E98431A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ezrate.fun landing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368B7-75B2-44E1-A1F0-ACA6F00A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20327-96FF-4DF5-86FE-F37D65CF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app.ezrate.fun reviewers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C60D6-AF9F-48D5-8E6C-3278DCD1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5B3E0-58D6-4802-B6F1-6AC71F03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create.ezrate.fun organizers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adfc08a914fd5"/>
          <a:stretch xmlns:a="http://schemas.openxmlformats.org/drawingml/2006/main"/>
        </p:blipFill>
        <p:spPr>
          <a:xfrm xmlns:a="http://schemas.openxmlformats.org/drawingml/2006/main">
            <a:off x="7791450" y="1809750"/>
            <a:ext cx="2762250" cy="2762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EEDCF-7EE5-4115-9AC0-9F69975C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rPr>
              <a:t>EZRATE · Colosseum Frontier</a:t>
            </a:r>
          </a:p>
        </p:txBody>
      </p:sp>
    </p:spTree>
    <p:extLst>
      <p:ext uri="{BB962C8B-B14F-4D97-AF65-F5344CB8AC3E}">
        <p14:creationId xmlns:p14="http://schemas.microsoft.com/office/powerpoint/2010/main" val="2979852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47093F-7312-4762-A1C2-AD065A26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D28F7-4893-46C9-B1D8-650E445C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548B0-E83A-4BA7-A447-863D7415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6846B-2485-415B-B308-B5BB856B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WHY SOLANA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6FE07-76FC-4482-A251-4A1AB951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572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8400" b="1">
                <a:solidFill>
                  <a:srgbClr val="FCFCFC"/>
                </a:solidFill>
                <a:latin typeface="Inter"/>
                <a:ea typeface="Inter"/>
                <a:cs typeface="Inter"/>
              </a:rPr>
              <a:t>SPEED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58B67-EB27-472B-B1FE-93810B1D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A487B-D643-4648-A1D0-2C38F5A6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Low-cost review commits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6442D-0F78-4372-A954-C2AA0740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34906-D83D-4BDF-83DE-E9DB89D0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PDA duplicate prevention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2E066-ED51-4012-ABE7-4F9A889E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626BB-3CC1-4B82-BBF1-E90184CE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Relayer-friendly UX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cd5b0f3844a72"/>
          <a:stretch xmlns:a="http://schemas.openxmlformats.org/drawingml/2006/main"/>
        </p:blipFill>
        <p:spPr>
          <a:xfrm xmlns:a="http://schemas.openxmlformats.org/drawingml/2006/main">
            <a:off x="7791450" y="1809750"/>
            <a:ext cx="2762250" cy="2762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781F5-620E-402B-A129-09F32A10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rPr>
              <a:t>EZRATE · Colosseum Frontier</a:t>
            </a:r>
          </a:p>
        </p:txBody>
      </p:sp>
    </p:spTree>
    <p:extLst>
      <p:ext uri="{BB962C8B-B14F-4D97-AF65-F5344CB8AC3E}">
        <p14:creationId xmlns:p14="http://schemas.microsoft.com/office/powerpoint/2010/main" val="8853664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06AC74-29D1-48D3-8AC9-66EF5D13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488FD-047C-4644-B043-A6B9A6A0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A6015-95F6-4297-89F7-5076EBF0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DFF4D-19FE-480C-A45E-898721F3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EXPANSION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E6159-0A19-46D9-98C6-69673023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572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7800" b="1">
                <a:solidFill>
                  <a:srgbClr val="FCFCFC"/>
                </a:solidFill>
                <a:latin typeface="Inter"/>
                <a:ea typeface="Inter"/>
                <a:cs typeface="Inter"/>
              </a:rPr>
              <a:t>REWARD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CD7B8-46F5-4AC5-9E97-AD33B226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2A28F-2F96-4D6F-87AA-E4D957A2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SOL rewards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96484-D4A0-4DBC-A8A0-1D257856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758B8-3C95-48DE-8847-4A9EA5D4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USDC 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5DF70-8043-480A-9B8D-3096498B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394B1-234E-428A-921A-FA651CF9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Voucher claims for venues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1283601794234"/>
          <a:stretch xmlns:a="http://schemas.openxmlformats.org/drawingml/2006/main"/>
        </p:blipFill>
        <p:spPr>
          <a:xfrm xmlns:a="http://schemas.openxmlformats.org/drawingml/2006/main">
            <a:off x="7791450" y="1809750"/>
            <a:ext cx="2762250" cy="2762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9E31F-A1D8-4640-8715-760E196A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rPr>
              <a:t>EZRATE · Colosseum Frontier</a:t>
            </a:r>
          </a:p>
        </p:txBody>
      </p:sp>
    </p:spTree>
    <p:extLst>
      <p:ext uri="{BB962C8B-B14F-4D97-AF65-F5344CB8AC3E}">
        <p14:creationId xmlns:p14="http://schemas.microsoft.com/office/powerpoint/2010/main" val="9803351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698F28-7D71-4248-9D80-2D24D78D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5F9BE-8A73-4107-95B6-2FE977B8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CB5CD-4DFC-47A4-9EBA-414015F4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29FCD-20AC-42EF-9F45-78EFADD6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FRONTIER 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C6FF3-619E-45CE-8ED5-1F4EDDED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572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7050" b="1">
                <a:solidFill>
                  <a:srgbClr val="FCFCFC"/>
                </a:solidFill>
                <a:latin typeface="Inter"/>
                <a:ea typeface="Inter"/>
                <a:cs typeface="Inter"/>
              </a:rPr>
              <a:t>FOUNDERS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73719-DEE3-466E-9FD0-8D23002E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1CD3A-6AEB-421D-9779-32F9253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Design/UX: two focused apps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4E078-F18A-4BA9-B59A-8CE95A1A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DB17B-1CB3-4A4F-B003-7667E3B9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Development: Quasar program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B4B0C-4C6F-466F-B733-38A08FF7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E661C-890A-4F98-BCE5-48E468A4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Business: credits monetize trust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ab4477fb84ea8"/>
          <a:stretch xmlns:a="http://schemas.openxmlformats.org/drawingml/2006/main"/>
        </p:blipFill>
        <p:spPr>
          <a:xfrm xmlns:a="http://schemas.openxmlformats.org/drawingml/2006/main">
            <a:off x="7791450" y="1809750"/>
            <a:ext cx="2762250" cy="2762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90F90-AA5E-40DF-9BAB-FFFE89DD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rPr>
              <a:t>Colosseum Frontier judges evaluate design, development, business, and Solana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4496710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3AFF42-C63A-44CA-ADB6-34C348AF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6763B-706B-4D0E-8074-27217528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BE23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8FFA4-DDAF-4D89-B14E-DB622B54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CFC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26893-2A61-4C6D-B4A5-F5563A52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NOT A THANK YOU SLIDE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52566-1BFC-4B7D-82D3-3F061160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572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9300" b="1">
                <a:solidFill>
                  <a:srgbClr val="FCFCFC"/>
                </a:solidFill>
                <a:latin typeface="Inter"/>
                <a:ea typeface="Inter"/>
                <a:cs typeface="Inter"/>
              </a:rPr>
              <a:t>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8E92C-55CA-424E-87E8-E16EE359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3714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C">
              <a:alpha val="11000"/>
            </a:srgbClr>
          </a:solidFill>
          <a:ln xmlns:a="http://schemas.openxmlformats.org/drawingml/2006/main" w="9525">
            <a:solidFill>
              <a:srgbClr val="FCFCFC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B1321-3B84-4989-AB8C-5763BD02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ABE23"/>
                </a:solidFill>
                <a:latin typeface="Inter"/>
                <a:ea typeface="Inter"/>
                <a:cs typeface="Inter"/>
              </a:defRPr>
            </a:pPr>
            <a:r>
              <a:rPr sz="4200" b="1">
                <a:solidFill>
                  <a:srgbClr val="FABE23"/>
                </a:solidFill>
                <a:latin typeface="Inter"/>
                <a:ea typeface="Inter"/>
                <a:cs typeface="Inter"/>
              </a:rPr>
              <a:t>FRONTIER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50C98-422B-4C7B-B4B2-B16A889C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CFCFC"/>
                </a:solidFill>
                <a:latin typeface="Inter"/>
                <a:ea typeface="Inter"/>
                <a:cs typeface="Inter"/>
              </a:rPr>
              <a:t>Private judge page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6D619-286F-47CA-A8A4-74822029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ezrate.fun/judges/frontier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30281-503D-4947-9BBD-C03593E6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81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CFCFC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FCFCFC"/>
                </a:solidFill>
                <a:latin typeface="Inter"/>
                <a:ea typeface="Inter"/>
                <a:cs typeface="Inter"/>
              </a:rPr>
              <a:t>Gift: 10,000 launch credits for the first judge workspace.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E9DA8-5954-4C8F-9905-20980DD1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CFCFC">
                    <a:alpha val="58000"/>
                  </a:srgbClr>
                </a:solidFill>
                <a:latin typeface="Inter"/>
                <a:ea typeface="Inter"/>
                <a:cs typeface="Inter"/>
              </a:rPr>
              <a:t>admin@ezrate.fun · demo passcode solananight52</a:t>
            </a:r>
          </a:p>
        </p:txBody>
      </p:sp>
    </p:spTree>
    <p:extLst>
      <p:ext uri="{BB962C8B-B14F-4D97-AF65-F5344CB8AC3E}">
        <p14:creationId xmlns:p14="http://schemas.microsoft.com/office/powerpoint/2010/main" val="983834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2026-05-11T14:10:15.4510000Z</dcterms:created>
  <dcterms:modified xsi:type="dcterms:W3CDTF">2026-05-11T14:10:15.4510000Z</dcterms:modified>
</coreProperties>
</file>